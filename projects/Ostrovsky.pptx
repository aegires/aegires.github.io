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6F7688-8581-4241-BC5B-56DFB98310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EE6EB6-E6B5-4F9C-89AA-A2A4A422CE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79F920-51D9-4F3A-B8D2-7887E1DD30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397CCD-27D3-4CD6-ACCB-A8D4530A78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34229C-9BBE-476A-B940-9D96FA65F7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28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93568B-FAB0-4ECB-837C-5AC3F12B32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61EB82-A29F-4292-B2C1-04D0769427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530C3D-C946-40BF-9279-48B90A41B0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1998C8-F8DE-4DEC-B931-7377814B90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B723E7-04F4-4042-87D7-03EFEE8A7D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D5C32D-DBE5-4875-A88E-1514FD16F1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753342-F8CC-4A37-973D-FF16805190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0F35B9-7856-43EA-B14B-1241143134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37BC4F-E3C4-4624-B062-E51B4C978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F2CC50-C037-4290-8992-C6477FD00D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AFED07C-ACE1-442C-B093-749D7E4AAF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FE31A2-3E0D-4327-A5A3-1EBDBA2AEB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28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DA277E-400B-4EC6-8B28-F0B0A9CE5A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156A3C-1828-47A8-86AF-89F50ABB4F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DDF0307-C088-44CC-B06F-C4E77EB661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49009F-D703-4322-AD08-58173676D9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83D25C-6865-4560-AE64-48A736DDB6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FF3C7F-FD16-4879-B069-0689ADC132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373CC5-B6A8-4BE5-AE4C-3767D3925C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E9A939-716B-4541-9341-6B447731AA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73B70E-3D31-42C1-A899-B710C08870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052DB6-80E3-4BFA-B521-86F0A4ACC6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8564764-A2E7-4024-ACD3-24332BC6FC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93DE28-A170-4BCA-BCD7-172126CFD3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28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193B92-71F0-4307-B120-FF1E0CAC3B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FD614E-C2C2-46E1-9440-362A85846B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C837DE6-7B66-41B8-BEE9-56FDA04EDC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A706E75-C11D-43E1-B0A0-23B9F55DA9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2F78F9-F330-45E9-936A-B294DA37A3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59ABD17-7E83-4678-AD91-1CDABB9A60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974C15-5342-4D14-A36F-594EBB5A97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605F410-A128-4B24-9277-805B69FE95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4610ED-1459-44CD-8577-258BEB5E4F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4D7485A-2FFF-4C41-B1F0-6E4FECF282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3B9AEFD-6AD3-4F94-B690-2204DEC9C0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18F5F01-9F4F-4FEC-A524-4DEF32D4B4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28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8943A24-F7A5-452A-9C83-FAC55D384C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F3137EF-7383-4F4A-BCE3-7994845AF4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1CD277D-FEB8-48DE-B749-616586E492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957CA0E-E732-42B4-B52B-D825079F84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B0A5A81-1317-4B8F-89C2-7961D3F2B0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7E53DF7-01FC-442E-8776-393DE32534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EF1A097-3701-4B98-B7C5-AB9D2BEDEE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7559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752000"/>
            <a:ext cx="8869680" cy="20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3447000" y="6887160"/>
            <a:ext cx="319464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722664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419E40-242E-4D9E-A2A4-032F7FE7282E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dt" idx="3"/>
          </p:nvPr>
        </p:nvSpPr>
        <p:spPr>
          <a:xfrm>
            <a:off x="50364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0" y="-1440"/>
            <a:ext cx="10079640" cy="756108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4752000"/>
            <a:ext cx="8869680" cy="20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4"/>
          </p:nvPr>
        </p:nvSpPr>
        <p:spPr>
          <a:xfrm>
            <a:off x="3447360" y="6887160"/>
            <a:ext cx="319464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5"/>
          </p:nvPr>
        </p:nvSpPr>
        <p:spPr>
          <a:xfrm>
            <a:off x="722700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DAE810-2A38-4EFA-91B7-D10AD48BE6E7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6"/>
          </p:nvPr>
        </p:nvSpPr>
        <p:spPr>
          <a:xfrm>
            <a:off x="50400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755964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4752000"/>
            <a:ext cx="8869680" cy="20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3447360" y="6887160"/>
            <a:ext cx="319464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8"/>
          </p:nvPr>
        </p:nvSpPr>
        <p:spPr>
          <a:xfrm>
            <a:off x="722700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55905A-4E43-4315-B586-04E7E1B532CC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dt" idx="9"/>
          </p:nvPr>
        </p:nvSpPr>
        <p:spPr>
          <a:xfrm>
            <a:off x="50400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640" cy="755964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10"/>
          </p:nvPr>
        </p:nvSpPr>
        <p:spPr>
          <a:xfrm>
            <a:off x="3447000" y="6887160"/>
            <a:ext cx="319464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1"/>
          </p:nvPr>
        </p:nvSpPr>
        <p:spPr>
          <a:xfrm>
            <a:off x="722664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6A7C11-C308-46CC-9C8E-F2A4DBD846B3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2"/>
          </p:nvPr>
        </p:nvSpPr>
        <p:spPr>
          <a:xfrm>
            <a:off x="503640" y="6887160"/>
            <a:ext cx="234792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Александр Николаевич Островский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69680" cy="259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Aft>
                <a:spcPts val="1414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1823г 31 марта- 1886г 2 июня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560000" y="6840000"/>
            <a:ext cx="2159640" cy="359280"/>
          </a:xfrm>
          <a:prstGeom prst="rect">
            <a:avLst/>
          </a:prstGeom>
          <a:solidFill>
            <a:srgbClr val="cfe7f5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Разумов Артур, 8Б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51640"/>
            <a:ext cx="7703640" cy="123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Александр Николаевич Островский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Александр Николаевич Островский - русский драматург, творчество которого стало важнейшим этапом развития русского национального театра. Он родился 31 марта 1823 года. В Замоскворечье недалеко от центра Москвы на улице Малой Ордынки. </a:t>
            </a:r>
            <a:endParaRPr b="0" lang="ru-RU" sz="3200" spc="-1" strike="noStrike"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5220000" y="4500000"/>
            <a:ext cx="3846240" cy="2878560"/>
          </a:xfrm>
          <a:prstGeom prst="rect">
            <a:avLst/>
          </a:prstGeom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2880000" y="4500000"/>
            <a:ext cx="2281680" cy="298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51640"/>
            <a:ext cx="7703640" cy="123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Биография Александра Николаевича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Он окончил Костромскую семинарию, а затем Московскую духовную академию. Однако увлёкся имущественными и коммерческими делами и дослужился до коллежского асессора, а в 1839 получил дворянство. В семье было 8 детей, но 4 умерло в младенчестве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:cover dir="ld"/>
      </p:transition>
    </mc:Choice>
    <mc:Fallback>
      <p:transition spd="slow">
        <p:cover dir="ld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251640"/>
            <a:ext cx="7703640" cy="123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Биография Александра Николаевича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Детство и часть юности Островского прошли в центре Замоскворечья. Благодаря большой библиотеке отца он рано познакомился с русской литературой и почувствовал склонность к писательству, но отец хотел сделать из него юриста. В 1835 году Островский поступил в третий класс Первой Московской губернской гимназии, по окончании которой в 1840 году по желанию отца поступил на юридический факультет Московского университета.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:cover dir="ld"/>
      </p:transition>
    </mc:Choice>
    <mc:Fallback>
      <p:transition spd="slow">
        <p:cover dir="ld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3640" cy="11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Жена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000"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У Александра Николаевича было глубокое увлечение актрисой Любовью Косицкой, но оба они имели семью. Однако и став вдовой в 1862 году, Косицкая продолжала отвергать чувства Островского, а вскоре у неё начались близкие отношения с сыном богатого купца, который в итоге промотал всё её состояние[8]; Островскому же она писала: «…Я не хочу отнимать любви Вашей ни у кого».</a:t>
            </a:r>
            <a:endParaRPr b="0" lang="ru-RU" sz="3200" spc="-1" strike="noStrike"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Драматург жил с простолюдинкой Агафьей Ивановной, но все их дети умерли в раннем возрасте. Не имевшая образования, но будучи женщиной умной, с тонкой, легко ранимой душой, она понимала драматурга и была самым первым читателем и критиком его произведений. С Агафьей Ивановной Островский прожил около двадцати лет, а в 1869 году, через два года после её смерти, обвенчался с актрисой Марией Васильевной Бахметьевой, которая родила ему четырёх сыновей и двух дочерей.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251640"/>
            <a:ext cx="7703640" cy="123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Биография Александра Николаевича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Окончить университетский курс ему не удалось: не сдав экзамен по римскому праву, в 1843 году Островский написал заявление об уходе.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51640"/>
            <a:ext cx="7703640" cy="123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Начало литературного творчества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К 1846 году Островским уже было написано много сцен из купеческого быта и задумана комедия «Несостоятельный должник» (впоследствии — «Свои люди — сочтёмся!»).</a:t>
            </a:r>
            <a:endParaRPr b="0" lang="ru-RU" sz="3200" spc="-1" strike="noStrike"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Первая публикация — небольшая пьеса «Картина семейной жизни» и очерк «Записки замоскворецкого жителя» в одном из номеров «Московского городского листка» в 1847 году.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3640" cy="11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Литературное творчество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В 1860 году в печати появилась «Гроза», которой Добролюбов посвятил статью «Луч света в тёмном царстве».</a:t>
            </a:r>
            <a:endParaRPr b="0" lang="ru-RU" sz="3200" spc="-1" strike="noStrike"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Со второй половины 1870-х годов Островский занялся историей Смутного времени и вступил в переписку с Н. И. Костомаровым. Плодом работы стали пять «исторических хроник в стихах»: «Кузьма Захарьич Минин-Сухорук», «Василиса Мелентьева», «Дмитрий-Самозванец и Василий Шуйский» и др.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3640" cy="11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Литературное творчество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000"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Со второй половины 1870-х годов Островский занялся историей Смутного времени и вступил в переписку с Н. И. Костомаровым. Плодом работы стали пять «исторических хроник в стихах»: «Кузьма Захарьич Минин-Сухорук», «Василиса Мелентьева», «Дмитрий-Самозванец и Василий Шуйский» и др.</a:t>
            </a:r>
            <a:endParaRPr b="0" lang="ru-RU" sz="3200" spc="-1" strike="noStrike"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В 1866 году (по другим сведениям — в 1865) Островский основал Артистический кружок, давший впоследствии московской сцене многих талантливых деятелей. В доме Островского бывали И. А. Гончаров, Д. В. Григорович, И. С. Тургенев, А. Ф. Писемский, Ф. М. Достоевский, И. Е. Турчанинов, П. М. Садовский, Л. П. Косицкая-Никулина, М. Е. Салтыков-Щедрин, Л. Н. Толстой, П. И. Чайковский, М. Н. Ермолова, Г. Н. Федотова.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:newsflash/>
      </p:transition>
    </mc:Choice>
    <mc:Fallback>
      <p:transition spd="slow">
        <p:newsflash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3640" cy="11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Литературное творчество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6968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Скончался Островский 2 июня 1886 года в своём костромском имении Щелыково от болезни сердца. Последней его работой стал перевод «Антония и Клеопатры» Уильяма Шекспира — любимого драматурга Александра Николаевича.</a:t>
            </a:r>
            <a:endParaRPr b="0" lang="ru-RU" sz="3200" spc="-1" strike="noStrike"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Писателя похоронили рядом с отцом на церковном кладбище у Храма во имя Святителя Николая Чудотворца в селе Николо-Бережки Костромской губернии.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14:vortex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628000" y="3168000"/>
            <a:ext cx="6695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Times New Roman"/>
              </a:rPr>
              <a:t>Спасибо за внимание!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Application>LibreOffice/7.4.0.3$Windows_X86_64 LibreOffice_project/f85e47c08ddd19c015c0114a68350214f7066f5a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2022-12-22T13:01:53Z</dcterms:created>
  <dc:creator/>
  <dc:description>Those creative commons textures have been used:
http://www.flickr.com/photos/kellyloveswhales/3505365913/ by 'Kelly Loves Whales'
http://www.flickr.com/photos/digitalyardsale/4806075532/in/photostream/ by Nick Merritt
License: https://creativecommons.org/licenses/by-sa/3.0/</dc:description>
  <dc:language>ru-RU</dc:language>
  <cp:lastModifiedBy/>
  <dcterms:modified xsi:type="dcterms:W3CDTF">2022-12-22T15:17:28Z</dcterms:modified>
  <cp:revision>3</cp:revision>
  <dc:subject/>
  <dc:title>Vintage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